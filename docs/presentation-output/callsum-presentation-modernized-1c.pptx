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6a2131995847ca" /><Relationship Type="http://schemas.openxmlformats.org/officeDocument/2006/relationships/extended-properties" Target="/docProps/app.xml" Id="Rfc3317aa5b3845ac" /><Relationship Type="http://schemas.openxmlformats.org/officeDocument/2006/relationships/officeDocument" Target="/ppt/presentation.xml" Id="R5bbb5e93bdfa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cd18dd5944bb7"/>
  </p:sldMasterIdLst>
  <p:notesMasterIdLst>
    <p:notesMasterId xmlns:r="http://schemas.openxmlformats.org/officeDocument/2006/relationships" r:id="R9b843a47e463443a"/>
  </p:notesMasterIdLst>
  <p:sldIdLst>
    <p:sldId xmlns:r="http://schemas.openxmlformats.org/officeDocument/2006/relationships" id="256" r:id="Rfeca9584f8ed4bc6"/>
    <p:sldId xmlns:r="http://schemas.openxmlformats.org/officeDocument/2006/relationships" id="257" r:id="R8cbfe6ff44914a92"/>
    <p:sldId xmlns:r="http://schemas.openxmlformats.org/officeDocument/2006/relationships" id="258" r:id="Rd80edfdbce1b4861"/>
    <p:sldId xmlns:r="http://schemas.openxmlformats.org/officeDocument/2006/relationships" id="259" r:id="R2968d91af28d4374"/>
    <p:sldId xmlns:r="http://schemas.openxmlformats.org/officeDocument/2006/relationships" id="260" r:id="Rd13b5a4391594e95"/>
    <p:sldId xmlns:r="http://schemas.openxmlformats.org/officeDocument/2006/relationships" id="261" r:id="R481aaa95959c4dce"/>
    <p:sldId xmlns:r="http://schemas.openxmlformats.org/officeDocument/2006/relationships" id="262" r:id="Re7ad51705b724aa0"/>
    <p:sldId xmlns:r="http://schemas.openxmlformats.org/officeDocument/2006/relationships" id="263" r:id="R1836bd6b8d2e47a1"/>
    <p:sldId xmlns:r="http://schemas.openxmlformats.org/officeDocument/2006/relationships" id="264" r:id="R91ff555abc004c3f"/>
    <p:sldId xmlns:r="http://schemas.openxmlformats.org/officeDocument/2006/relationships" id="265" r:id="R60c1414981834b19"/>
    <p:sldId xmlns:r="http://schemas.openxmlformats.org/officeDocument/2006/relationships" id="266" r:id="R70887d4aebad43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3e36235c2406b" /><Relationship Type="http://schemas.openxmlformats.org/officeDocument/2006/relationships/slideMaster" Target="/ppt/slideMasters/slideMaster1.xml" Id="R091cd18dd5944bb7" /><Relationship Type="http://schemas.openxmlformats.org/officeDocument/2006/relationships/notesMaster" Target="/ppt/notesMasters/notesMaster1.xml" Id="R9b843a47e463443a" /><Relationship Type="http://schemas.openxmlformats.org/officeDocument/2006/relationships/presProps" Target="/ppt/presProps.xml" Id="Rf4015d5379f04578" /><Relationship Type="http://schemas.openxmlformats.org/officeDocument/2006/relationships/tableStyles" Target="/ppt/tableStyles.xml" Id="R4cb316d0d7394f8d" /><Relationship Type="http://schemas.openxmlformats.org/officeDocument/2006/relationships/slide" Target="/ppt/slides/slide1.xml" Id="Rfeca9584f8ed4bc6" /><Relationship Type="http://schemas.openxmlformats.org/officeDocument/2006/relationships/slide" Target="/ppt/slides/slide2.xml" Id="R8cbfe6ff44914a92" /><Relationship Type="http://schemas.openxmlformats.org/officeDocument/2006/relationships/slide" Target="/ppt/slides/slide3.xml" Id="Rd80edfdbce1b4861" /><Relationship Type="http://schemas.openxmlformats.org/officeDocument/2006/relationships/slide" Target="/ppt/slides/slide4.xml" Id="R2968d91af28d4374" /><Relationship Type="http://schemas.openxmlformats.org/officeDocument/2006/relationships/slide" Target="/ppt/slides/slide5.xml" Id="Rd13b5a4391594e95" /><Relationship Type="http://schemas.openxmlformats.org/officeDocument/2006/relationships/slide" Target="/ppt/slides/slide6.xml" Id="R481aaa95959c4dce" /><Relationship Type="http://schemas.openxmlformats.org/officeDocument/2006/relationships/slide" Target="/ppt/slides/slide7.xml" Id="Re7ad51705b724aa0" /><Relationship Type="http://schemas.openxmlformats.org/officeDocument/2006/relationships/slide" Target="/ppt/slides/slide8.xml" Id="R1836bd6b8d2e47a1" /><Relationship Type="http://schemas.openxmlformats.org/officeDocument/2006/relationships/slide" Target="/ppt/slides/slide9.xml" Id="R91ff555abc004c3f" /><Relationship Type="http://schemas.openxmlformats.org/officeDocument/2006/relationships/slide" Target="/ppt/slides/slide10.xml" Id="R60c1414981834b19" /><Relationship Type="http://schemas.openxmlformats.org/officeDocument/2006/relationships/slide" Target="/ppt/slides/slide11.xml" Id="R70887d4aebad43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5f6c7e61e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e6fb8513b4475" /><Relationship Type="http://schemas.openxmlformats.org/officeDocument/2006/relationships/notesMaster" Target="/ppt/notesMasters/notesMaster1.xml" Id="Raabe162c2aa142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07374e08f247df" /><Relationship Type="http://schemas.openxmlformats.org/officeDocument/2006/relationships/notesMaster" Target="/ppt/notesMasters/notesMaster1.xml" Id="Rc2887c2cb501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e5f80002542bd" /><Relationship Type="http://schemas.openxmlformats.org/officeDocument/2006/relationships/notesMaster" Target="/ppt/notesMasters/notesMaster1.xml" Id="R401ce3e3a918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83cdd710e04d96" /><Relationship Type="http://schemas.openxmlformats.org/officeDocument/2006/relationships/notesMaster" Target="/ppt/notesMasters/notesMaster1.xml" Id="R7622d647a51b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7fa04402224fe5" /><Relationship Type="http://schemas.openxmlformats.org/officeDocument/2006/relationships/notesMaster" Target="/ppt/notesMasters/notesMaster1.xml" Id="Reab2dce29040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572f949eb4ad9" /><Relationship Type="http://schemas.openxmlformats.org/officeDocument/2006/relationships/notesMaster" Target="/ppt/notesMasters/notesMaster1.xml" Id="R1aabc6f733ef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aa483564c14f30" /><Relationship Type="http://schemas.openxmlformats.org/officeDocument/2006/relationships/notesMaster" Target="/ppt/notesMasters/notesMaster1.xml" Id="R722a8f79ad0b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74913db024fff" /><Relationship Type="http://schemas.openxmlformats.org/officeDocument/2006/relationships/notesMaster" Target="/ppt/notesMasters/notesMaster1.xml" Id="Rf43dc468d67a4c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e24ae7c6c54e8f" /><Relationship Type="http://schemas.openxmlformats.org/officeDocument/2006/relationships/notesMaster" Target="/ppt/notesMasters/notesMaster1.xml" Id="R74c9366d6d2948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0eb949f56e42f2" /><Relationship Type="http://schemas.openxmlformats.org/officeDocument/2006/relationships/notesMaster" Target="/ppt/notesMasters/notesMaster1.xml" Id="R11b7d7bb72bb4c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66467c583f4c0d" /><Relationship Type="http://schemas.openxmlformats.org/officeDocument/2006/relationships/notesMaster" Target="/ppt/notesMasters/notesMaster1.xml" Id="Ra33341552bbf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Пятнадцать минут про инструмент, который я сделал, и одну просьбу в конце.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не надо убеждать — в зале все были на таких созвонах. Говорить коротко.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главный слайд доклада: он объясняет, почему потрачено время на разработку вместо оплаты подписки. Не торопиться. Именно с этого вопроса начинался проект.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Самый убедительный слайд. Сразу оговорить, что созвон синтетический — не выдавать за рабочий. Честность здесь купит доверие к слайду «что проверено».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скриншот окна, если будет время добавить. Главное: пользователь не делает ничего, кроме двух нажатий.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технической части зала. Нетехнической — одна фраза: всё считается на самой машине, наружу не уходит ничего. Дальше не углубляться, вопросы держать на конец.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 это самому, раньше, чем спросят. Если этот слайд произносите вы — вы человек, который знает границы своей работы. Если вопрос прилетит из зала — вы человек, который их скрывал.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Строка про «не стоило ничего» снижает планку для «да» на следующем слайде с просьбой. Формулировку про простой при подключении к проекту произнести ровно так, как написано.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 NVIDIA не обещать, что у коллег карты есть — этого вы не знаете. Про согласование записи сказать первым: этот вопрос руководитель задаст обязательно.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то, с чем зал уйдёт. Произнести медленно, три пункта, и замолчать. Критерий успеха — ваша формулировка: правок не больше пяти минут и фиксация требований и задач в полуавтоматическом режиме.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просить решения по этому слайду. Закончить на просьбе с предыдущего слайда и перейти к вопросам.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28cec1b60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45610995049ad" /><Relationship Type="http://schemas.openxmlformats.org/officeDocument/2006/relationships/slideLayout" Target="/ppt/slideLayouts/slideLayout1.xml" Id="R2849b8f717c34d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9b8f717c34d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7343e688740c4" /><Relationship Type="http://schemas.openxmlformats.org/officeDocument/2006/relationships/image" Target="/ppt/media/image.png" Id="R7c0b4931bcd94963" /><Relationship Type="http://schemas.openxmlformats.org/officeDocument/2006/relationships/notesSlide" Target="/ppt/notesSlides/notesSlide1.xml" Id="R6b5037693243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984e53dbb4255" /><Relationship Type="http://schemas.openxmlformats.org/officeDocument/2006/relationships/notesSlide" Target="/ppt/notesSlides/notesSlide2.xml" Id="R6f6314e82be7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e4080e174066" /><Relationship Type="http://schemas.openxmlformats.org/officeDocument/2006/relationships/notesSlide" Target="/ppt/notesSlides/notesSlide3.xml" Id="Raa95b94b905e46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e93c45cbd47a6" /><Relationship Type="http://schemas.openxmlformats.org/officeDocument/2006/relationships/notesSlide" Target="/ppt/notesSlides/notesSlide4.xml" Id="R07723e76be38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40fde123349a7" /><Relationship Type="http://schemas.openxmlformats.org/officeDocument/2006/relationships/notesSlide" Target="/ppt/notesSlides/notesSlide5.xml" Id="R02cf08ca2fee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9fd470d54c7e" /><Relationship Type="http://schemas.openxmlformats.org/officeDocument/2006/relationships/notesSlide" Target="/ppt/notesSlides/notesSlide6.xml" Id="Rfe83eddf9c9448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f51c3eca64d92" /><Relationship Type="http://schemas.openxmlformats.org/officeDocument/2006/relationships/notesSlide" Target="/ppt/notesSlides/notesSlide7.xml" Id="R539b53f0315e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4bbbbf5064122" /><Relationship Type="http://schemas.openxmlformats.org/officeDocument/2006/relationships/notesSlide" Target="/ppt/notesSlides/notesSlide8.xml" Id="R1a3c0a751c5441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3984b8e1c4a39" /><Relationship Type="http://schemas.openxmlformats.org/officeDocument/2006/relationships/notesSlide" Target="/ppt/notesSlides/notesSlide9.xml" Id="Re7ae3068cf984b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d75d822e44d19" /><Relationship Type="http://schemas.openxmlformats.org/officeDocument/2006/relationships/notesSlide" Target="/ppt/notesSlides/notesSlide10.xml" Id="R3af619f7a6b54b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e2390e22b44d8" /><Relationship Type="http://schemas.openxmlformats.org/officeDocument/2006/relationships/notesSlide" Target="/ppt/notesSlides/notesSlide11.xml" Id="R57995f9c29cf4a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A3DBA-1E46-4E38-9DC8-2EA9A96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7AEF4-2A6B-48FA-BB77-DBFE1A16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44E4-1E7A-4DD8-9C15-3677FC05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callsum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20FA3-ECF5-47B5-9E6C-82B9C051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Протоколы созвонов без передачи данных третьим лицам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6A0E4-69DA-40CB-A75E-1FC2EB9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91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BC96F-073F-4704-A7F1-3E86A0E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60C54-24C0-4FBD-9215-11710D7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Прототип готов · прошу разрешение на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A286-AFDB-455A-88AF-1DF42BC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Отдел 563 · 17.09.2026 · Анатолий Журавлев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1BD1-4776-4955-833F-ADD663F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8750"/>
            <a:ext cx="2333625" cy="3238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b4931bcd94963"/>
          <a:stretch xmlns:a="http://schemas.openxmlformats.org/drawingml/2006/main"/>
        </p:blipFill>
        <p:spPr>
          <a:xfrm xmlns:a="http://schemas.openxmlformats.org/drawingml/2006/main">
            <a:off x="9191625" y="1752600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ACEF4-6A33-475F-A883-2279AF7F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719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F3987-BEBA-4545-9E36-0C1EBB19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Запись и обработка остаются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на машине сотрудника</a:t>
            </a:r>
          </a:p>
        </p:txBody>
      </p:sp>
    </p:spTree>
    <p:extLst>
      <p:ext uri="{BB962C8B-B14F-4D97-AF65-F5344CB8AC3E}">
        <p14:creationId xmlns:p14="http://schemas.microsoft.com/office/powerpoint/2010/main" val="90744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88E5E-0674-4273-BA6E-A8BF6D76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8985F-646B-4A8C-B62C-CB9DA612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6430B-4904-4DF0-9E8A-0F8A912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Каждый день — до полутора часов созвонов. Протоколов нет.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E6C8F-3728-4194-8012-04BD33F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ED6D1-C739-447C-A365-5FD7237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557C1-6E2C-4474-BB51-6F9E0524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81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98FAA-5CCA-4716-B228-A76DA05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30–90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61AFE-81CA-496C-B75B-F27FCCDD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764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22D5E-759B-4837-AC77-8BB5FE09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созвонов в день у разработчика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5A9EE-AB2C-4603-906A-9564DA4E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52625"/>
            <a:ext cx="95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892AF-EA06-410A-A51E-B0C9203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381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54EEA-CC65-4B88-8A2C-8AF8647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0CCB8-E75D-474D-94E6-A5E483B1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764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формата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406E5-E542-478C-B95D-55B3CCDA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один на один и командные планёрки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9F78F-DB68-4A32-A933-61A000AF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95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F3A8C-F1F6-48BB-AFF6-E86BB5AB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381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723A8-3148-4B8C-854A-7A965368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CBE87-B197-4ED1-A502-5A3C1270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764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протоколов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FFCCE-CD09-4C34-9D95-880EAA14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записи делаются редко — надеемся на память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8D9B4-57AE-46CE-B7D0-A27217D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Чем это обходится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4A7FA-8B40-4CEC-A880-23FD97F1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C986F-225C-47C9-85EB-E59DFDE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Решения теряются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0DF8C-1945-4F15-8518-F02B58F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933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через неделю договорённость всплывает в другой формулировке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983FD-CE19-4998-A31F-2A2DD815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8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AE4AB-89F3-4E6C-8782-42D374E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62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Задачи не доходят до трекера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87D41-2F8C-43B0-9BAA-896CAA5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33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то, что прозвучало на созвоне, остаётся на созвоне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60D22-DF6B-4F9E-80B8-CFD7D7C1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8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165AC-CF46-422E-AF31-F455A9F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Контекст держится в головах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701FB-6A63-4E19-9090-343B3C56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933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новому участнику проекта его неоткуда взять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B2478-F31D-4A45-B9A3-FCA60AA0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7352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C9EB7-2A0C-46DC-9238-F50CB8F4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156BF-2DE4-4A09-A8C9-24C4689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ГЛАВНЫЙ ВОПРОС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9794-3D23-42E9-B1D6-7CBA90CF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Почему нельзя взять готовый сервис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0CBF7-AFA9-4EF7-81D5-C7345D9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D5CA4-B180-45AF-A13D-F31908F3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B1DB5-30CE-47A4-88C3-E67C915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719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9549E-AA8F-4F34-AB98-26250F5C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89B21-6239-4F97-9412-F69C045E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43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Публичный сервис расшифровки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FED5-7F93-4CF7-886E-851C68A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Запись переговоров загружается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 чужой сервер.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4D975-6E66-419C-921C-4F928D3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На проектах компании подписан договор о неразглашении и запрете передачи информации третьим лицам. Формально такая загрузка — прямое нарушение этого договора.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C0377-ACCE-44CD-AF20-EB81553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7BF"/>
          </a:solidFill>
          <a:ln xmlns:a="http://schemas.openxmlformats.org/drawingml/2006/main" w="9525">
            <a:solidFill>
              <a:srgbClr val="FFD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6A0C0-B4AC-4E06-BF59-B131AC3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443C-299D-4F08-8DE5-C12188B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callsum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DADD9-5C0C-4399-A010-1D08FAF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Всё считается на машине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сотрудника.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B4BEB-54A5-40D8-A3EA-55ABB431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Запись, расшифровка и протокол не покидают компьютер: ни один шаг пайплайна не обращается в сеть. Третьих лиц в схеме нет вообще.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AE35E-2D19-4D6D-B217-0ADA0777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7A22A-BB6A-4514-A22F-C47AA1D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A1B58-16B7-473A-BA50-5828025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33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Выбор был не «свой или готовый», а «свой или никакой»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AF5C8-CC8A-4AB5-B425-11E75006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4962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19208-0099-4B4F-B801-673B5E10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E56DA-9657-4B89-BCFD-FFE500F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337A9-AF5D-4F32-9F63-30B7ADCC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Что получается после созвона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A107-42BF-425A-82D8-71C66798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E790-E34A-4A4E-B462-EA7012ED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B1BFF-4609-4D63-B948-3A6B46FF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Четыре части протокола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5F491-A0E6-41BF-BCE6-7D6C3076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8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9DAAC-C9FA-4451-A782-413990CE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Кратко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D964B-10F4-466E-9302-03BDE39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 чём был созвон, в двух-трёх фразах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4149D-4178-41E2-A168-39BE6E4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83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7938C-FD7B-4953-A0EA-4C1CA65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Решения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67233-62DF-4F82-95C4-04BFC9F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что решили, с таймкодом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7FD99-7404-49D9-BFBE-8B7B92B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83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267B3-2957-4DC9-A0E8-782B95B0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Задачи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A2003-5EC3-4BF8-B62D-AAD5E41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кто, что и к какому сроку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F7F47-CDBD-4A1A-B0EE-175C708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83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4ECBE-FE6A-46C5-BF75-65FCEBA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Открытые вопросы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A3FA7-6464-4E3F-9A9B-BDA6D6B3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что осталось без ответа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B98D0-C44F-4ABD-B33C-2C19345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790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2E412-60A0-4546-B1F7-5CAE905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339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1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1">
                <a:solidFill>
                  <a:srgbClr val="62676D"/>
                </a:solidFill>
                <a:latin typeface="Arial"/>
                <a:ea typeface="Arial"/>
                <a:cs typeface="Arial"/>
              </a:rPr>
              <a:t>Плюс расшифровка с таймкодами, разметкой «Я / Собеседник» и субтитры к записи.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83DD8-89C6-4B0F-BB66-A6F742B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6819900" cy="4295775"/>
          </a:xfrm>
          <a:prstGeom xmlns:a="http://schemas.openxmlformats.org/drawingml/2006/main" prst="roundRect">
            <a:avLst>
              <a:gd name="adj" fmla="val 1774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75458-41CF-4953-B326-BAAD3A20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summary.md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71408-57F2-4809-A947-011CFF87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2EEA5-FA40-40B5-979F-83B3962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663AC-E707-4FE3-9EC5-1406A40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050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· Изменить логику обработки оплаты: не ждать вебхук синхронно, показывать промежуточный статус (00:00:45)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· Перенести дату релиза на 18 число (00:01:00)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E27D2-E0C1-4D4C-9B22-633391A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528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Задачи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B9496-3D41-4870-AA82-50A1CEA1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Собеседник — реализовать полинг и переделать экран оплаты — до пятницы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Я — согласовать новую дату релиза с продуктом и написать в общий чат — сегодня вечером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F453F9-EE73-4FA3-AB9D-D014539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529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Открытые вопросы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EDC84-7DF3-4D1B-8471-74EC6AB7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6727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· Бюджет на тестирование требует утверждения с финансами — вернуться в понедельник (00:01:48)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93958-2D57-4A69-82D9-11DAF6C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88" b="0" i="1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088" b="0" i="1">
                <a:solidFill>
                  <a:srgbClr val="62676D"/>
                </a:solidFill>
                <a:latin typeface="Arial"/>
                <a:ea typeface="Arial"/>
                <a:cs typeface="Arial"/>
              </a:rPr>
              <a:t>Фрагмент готового файла. Созвон синтетический — на нём проверялся пайплайн.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0B5D6-3607-4268-A2D5-98BFFE3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573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161082-86BF-4563-9DDD-ACE7CCEF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A10A1-6C3A-41E2-A5A3-D78E56F7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СО СТОРОНЫ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1F393-DCB2-4539-BACB-9C7A0D3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Четыре шага, никакой техники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0AAC2-3525-455E-9C58-9F37EDB8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8E501-7AFD-4B1F-98AE-3B27F8F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4C982-2638-4FA6-845F-1A37CD7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9BC8F-8E82-4FE0-BD1D-EDEBB0E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097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3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43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E0011-6832-4B56-9DAB-8FB750DA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Нажал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«Начать запись»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18D59-2ACD-45C0-A2CE-59AE666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OBS сам переключается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на нужный профиль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2DFF4-FACD-4223-871C-DDD2822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97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3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43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E8544-AE48-474A-ABBD-EC5165B3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Провёл созвон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как обычно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55681-2C10-4B38-A907-BA1CC09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338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Zoom, Teams, Telegram, Meet —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любое приложение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C0404-3687-4B64-903A-0F2847C7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097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3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43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3592B-064A-4FBF-989B-BC2023D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Нажал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«Остановить»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B4F45-450D-4D7F-AA39-C3457C79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338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обработка начинается сразу,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видно прогресс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065B3-2C7F-4B65-A5A2-CF30F2E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097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378AE-AFE6-4BBB-8237-68D74D7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037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Получил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уведомление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2FA16-17F9-4FBD-9DC4-9A14D43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протокол, расшифровка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и папка — по кнопке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28151-9121-4315-AF2F-AF74D44D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219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D45F2-6F20-4659-8827-B51078A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351F9-AC39-4EBC-82FF-1C6F5C4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76850"/>
            <a:ext cx="464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Работает с любым мессенджером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A6355-7EEE-4E32-8EDE-5BBE7A2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62600"/>
            <a:ext cx="464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пишется звук машины, а не конкретное приложение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CCB17-D197-421E-8B52-D75B8B3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62550"/>
            <a:ext cx="552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67E38-7912-4338-BED5-CC2B4AF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625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FDC0A-A8B0-42F7-9CA1-582757E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76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Установщик и автообновление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B366B-0AC0-4755-B9CD-F724F69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626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ни Python, ни ручная настройка OBS пользователю не нужны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CB9BD-1FF4-4B66-A33E-3FDC147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0392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A9080-31C9-4799-81B9-8293E718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857AB-31B9-4465-8DFB-3469A46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УСТРОЙСТВО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07123-99B7-40ED-AF86-5F2F162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Как это работает внутри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12812-F3AD-4D39-BC44-43CA167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7F59D-E991-4D2D-8388-459579B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81CF7-3DB0-4492-90E5-0F88EDF1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14D97-FB02-4458-A3F5-99B943F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ВСЁ ПРОИСХОДИТ НА ОДНОЙ МАШИНЕ — НИ ОДИН ШАГ НЕ ОБРАЩАЕТСЯ В СЕТЬ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338F3-6DB6-4EA1-AD04-EBB762B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4288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7FDB7-D465-4D54-800E-A634A63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7B0E4-A6F9-4849-ACB7-BA147C3F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7237F-BC7E-4EDF-9811-AC84858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две дорожки: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микрофон и звук системы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BADB4-8A67-404B-9826-98B59522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0512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31CDA-02ED-4204-8F7E-CBFF3B1D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4288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23D9B-3ACA-4EB7-91A3-34A8022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F553E-090B-44E5-A025-45D3E80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faster-whisper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A91E6-AA5F-4E1A-A1F2-1DA91636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расшифровка на видеокарте,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пословные таймкоды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88C9C-B97C-4ABA-B741-DC73598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0512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738BC-8449-47AC-A458-6E890B36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4288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DC241-8730-4079-86B7-5B53BAD6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7644F-C7A0-413D-8BD8-8E7113A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Qwen3 14B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03164-B338-4748-B9CE-200065D2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локальный протокол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через Ollama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625D6-150F-4918-A795-BEDC1A1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85640-FB32-4218-9614-6DCC8546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4288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72EBE-BB22-4428-93E0-BEC5E10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253EE-DEF5-4B54-AFFF-9A8970AC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Файлы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BD1CD-7F93-4156-BBE5-1C35DF2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протокол, расшифровка,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субтитры и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6A032-6500-4E2F-9DB4-C8C5A4C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F5055-212F-47AF-99C6-57C90E9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18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18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DF2D8-E351-431C-A5F3-B5AF2C1E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Кто что сказал — решено на уровне записи звука, а не нейросетью.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C0BDB-5BE6-4B2C-ACB1-0DAEB5B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Микрофон идёт в дорожку «Я», звук системы — в «Собеседник». Поэтому разметка не путается и работает с любым мессенджером.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09A32E-27CB-48EC-8189-F039E869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36A1A-821D-4380-8B41-A525EA7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1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1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326DC-465C-48E0-A04F-E826A1B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816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Обе модели делят одну видеокарту.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B45EBE-8799-4440-BCCA-0C24F8A9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864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Программа выгружает их по очереди: иначе Windows переносит данные через обычную память, и протокол готовится в десятки раз дольше.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4FF6D-9C6F-4022-9791-7F521AB7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0840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02464-F096-4F82-AF0C-42716AEE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C2235-20E1-4E99-B32C-7BBAFA9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ЧЕСТНЫЙ СТАТУС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6E07E-3B22-4913-ABF2-5FED4BF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Что проверено, а что ещё нет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24CF1-5694-45A3-B4C5-CBB03D16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5FE81-82B4-4573-8A20-3C6D28A6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4D3DC-85D0-4E7C-B367-328A4D3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60FF2-C8B2-4296-898E-F7FBB03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14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B0BC1-D373-47FD-B9C4-C7FE69F0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43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Проверено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89478-CA2B-4F45-94EB-11B9331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×12–23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7086E-8BFD-4F4C-B5CD-9DBE79F8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670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от реального времени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0D44C-9610-49D1-A4A6-97C0B2B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часовой созвон с двумя дорожками — 5–10 минут на обе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4F3FB-81C2-4035-A584-17DB763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FC4EA-B9FE-4B22-A6DB-7E73CD4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6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Пайплайн целиком: разделение говорящих, расшифровка, протокол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8DAD9-228B-4BA4-B4CB-5882D9D4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24661-0AA3-40C8-AA76-0D3CBB52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24350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4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Приложение выпущено: установщик, настройки, автообновление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07221-14D6-4E41-94D1-952567D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F0B76-EE90-45FC-AA27-5757762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05350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Автотесты на ядро и связь приложения с ядром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55C45-7355-4388-AE34-58D79579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37CDA-993D-4FDF-970B-21CE210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86350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Тестовые записи и короткие пробные созвоны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2021E-9927-471B-AC80-1CCB7E71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CF87D-6E59-452E-A4C8-B3C8371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145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273D3-4A7A-4E86-8E48-A4EEA0D9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Ещё не проверено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C9A23-46E6-47F5-9777-18E8AEFA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Именно это и есть предмет пилота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471CF-DEC7-4442-8A29-1815925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F0D39-7CF9-44ED-81D3-EF22425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Живая речь двух людей: перебивания, наша терминология, имена проектов и систем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FB728-E1DA-4612-ACAA-EA33829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0BEC5-396B-45CD-BA90-810C796F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766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Планёрка командой, а не разговор один на один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B4EBD-F401-45C8-829D-C35F95CF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7B9B5-FC7B-42C0-8031-3ED841B0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91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Работа на чужих машинах, а не только на моей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DCB35-EE92-43D0-A774-EE251FAA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05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05590-BD27-4CB7-AA49-27614517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815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Практическая полезность: правят протокол пять минут или переписывают заново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53C0AB-04C1-407A-BB02-73F4F1E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71920"/>
                </a:solidFill>
                <a:latin typeface="Arial"/>
                <a:ea typeface="Arial"/>
                <a:cs typeface="Arial"/>
              </a:rPr>
              <a:t>На настоящих рабочих созвонах решение пока не проверялось — говорю об этом прямо.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86AEF-F096-45D2-8179-5B9AA0E2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102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F1C35-C604-42F5-B61E-13847BAC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7579A-BAE9-42A4-92DE-F10E24F8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СТОИМОСТЬ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5DB81-5210-4843-B015-AB05362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Что это стоило компании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1C567-7942-41F4-8271-0BCB33B9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4E149-D441-4D65-B46B-A55001D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95084-2914-4478-9C71-D8A75D1C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57187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2BD62-3C8E-492D-869C-258FD40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Ничего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F7BF7-8850-4976-A9AB-6D3D21D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ни бюджета, ни закупок, ни рабочих часов из проектных планов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A6B97-571D-47C3-B81A-99A063CE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8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8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57691-8124-4DC3-B023-590B12FD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695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Разработка — вне рабочего времени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A7F66-9516-41E9-855A-4C49C93E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097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первая стабильная версия приложения была готова за четыре дня разработки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BE68E-2E24-4A0E-A13D-2229027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8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8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03E11-7B78-4F3D-AA38-87ED9CD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09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Лицензия 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1E602-04AC-46ED-B594-18DECCBF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9241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зависимости совместимы; свой клиент obs-websocket не тянет копилефт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A8990-872B-4B9F-93BB-F41D51F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8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8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A15CF-3ED3-4C4B-93B4-E5C6554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524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Железо — то, что уже есть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79E8E-AC64-422C-87EC-FF08D2DF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385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1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рабочая машина разработчика с видеокартой; ничего докупать не нужно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22DE2-737F-48A1-80F6-FD3B7283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85BF1-1194-4F18-A194-6BB413F7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Отложено намеренно — чтобы довести до рабочего состояния то, что нужно сейчас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D45AC-0334-42DE-B44D-A234A3AB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02189-498E-4DB4-A27E-26A5381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Запись экрана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FE203-0C91-48A1-A8D9-BFA2697E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340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настройка, не разработка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E499A-FFEC-4FBA-AAC5-6BE0C031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86375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FC22F-5E05-4092-B39D-C71A694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578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Облачные модели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4509C-548D-4C7B-8DEE-54D79B64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340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меняют контур данных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001D3-8C91-4DAC-93B6-FEBA95B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86375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1DAEC-1380-42FE-AC78-50FB555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Карты AMD и Intel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4A72E-39D3-46BF-B81F-BA404B4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340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готовый путь, если понадобится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D1EAA-A3C9-4CF6-BD74-6633C96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86375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3A26C-8255-4F09-A191-2A0F8517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Общий сервер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FF7B8-3FED-470A-954B-A2169167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340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можно вынести по сети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27B55-F53B-4A97-8A93-E67698F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506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F8226-2228-45AA-88CA-447731B3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58E5-4E00-476E-A615-442F88D3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BA7AB-4942-4E71-8956-52E57FAE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Чего я не знаю и что может помешать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33ACC-D01F-466E-9F8A-6F61870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C198D-6F52-45F8-9EB0-D2403A4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8CD7-9748-434E-AD04-F611BC5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12FDF-6EFF-43EA-8F9B-E0A65E7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383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6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Нужна видеокарта NVIDIA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CF0F7-1011-45AF-B3E4-6926049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33575"/>
            <a:ext cx="9848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2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На процессоре работает, но медленно. Есть ли подходящая карта у коллег — я не знаю: это выяснится при поиске добровольцев и станет одним из вопросов пилота. Если карт нет — возможен общий сервер обработки.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A05AA-F5C2-4F61-91EB-80751297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81275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B39B-5A57-4533-9950-14F9545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B9E47-6B12-4A64-8408-E2739F88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6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Запись созвона нужно согласовывать с участниками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3F38E-A069-4276-B8A2-AD481DCB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9848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2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Предлагаю проговаривать это в начале созвона, а в пилоте ограничиться внутренними встречами — без заказчиков и внешних участников.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6CBB8-0CD2-4AF3-9BE9-669B5F6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8F51B-36D1-4A48-808B-B4C81077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F2A93-3823-48C1-B864-98A3801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6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Несколько внешних участников не различаются между собой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345A0-881B-4402-897E-17A2647A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86225"/>
            <a:ext cx="9848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2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Системный звук физически один: все собеседники попадают в одну дорожку. Разделять их внутри дорожки пайплайн не пытается — по опыту это даёт больше путаницы, чем пользы.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F468F-2D64-49CE-8301-84779E9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33925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99D40-39F1-4C2D-9726-302E4E1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97474-AE71-46DE-82F5-D10A032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63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63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Видеокарта занята во время обработки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6EE53-1678-4A61-B67E-85F4B23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98488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23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Несколько минут после созвона. Для разработчика это заметно, если он в этот момент сам что-то считает на карте.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DF866-CA0F-49B4-B3C0-1CAD7D9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C94C2-3C97-4570-B6AA-A5955D2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38" b="0" i="1">
                <a:solidFill>
                  <a:srgbClr val="D71920"/>
                </a:solidFill>
                <a:latin typeface="Arial"/>
                <a:ea typeface="Arial"/>
                <a:cs typeface="Arial"/>
              </a:rPr>
              <a:t>Вопрос про согласование записи поднимаю сам, первым — он возникнет всё равно.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42BFF-823C-4F5A-86CD-81AEC94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66797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DCCCF-F223-40DD-8A12-B543ADF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A2BAA-A95A-4AC4-B104-2A3E1FB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ПРОСЬБА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78C8F-7381-4DD8-82A6-6923E11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 чём я прошу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9B1F-2818-4FBB-B7B6-4A2B021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C449E-1B43-44EB-A961-A979754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0181E-F862-4C26-8826-64D360E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FF7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080FF-7FD0-4BA5-A2E0-C40C5315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5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34C7B-B12A-47E9-9C70-AE5DED4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75EC-DB53-4245-871A-55B468F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7642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Разрешить пилот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BB87D-BBF1-4EF0-A5F7-A89DBBFA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2–3 добровольца · 3 недели · только внутренние созвоны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D9E8A-78A7-4F61-9F60-E73D037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E0DA1-70BB-48DB-AD5A-D8041DA7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95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68499-297D-40A5-8A03-6639F45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BDCAA-5EF9-4AF5-9545-85D590B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670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Помочь найти добровольцев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0A0F-2CDD-43FA-BB35-3B15532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385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я ещё не искал — просьба от руководителя здесь работает лучше моей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F1F62-9C64-4DC1-8646-3DCE843F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84127-E229-4611-BA4E-A99542A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5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26A77-96E4-4427-A9FD-6811C2D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0D480-FFD2-4793-B041-6B4FA226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576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Согласовать критерий успеха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85372-AF73-472D-9CE5-541E9A92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291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правок не больше 5 минут; требования и задачи фиксируются сразу после созвона в полуавтоматическом режиме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153A7-CD0C-4375-88D5-E593499C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D3B0C-2ED7-4D78-BA7B-BB9E231B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6048E-28CF-4678-AB13-88F0A55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От компании нужно только время участников. Железо, лицензии и бюджет не нужны.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61DD8-05BB-41A5-AA47-8626467B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0503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65442-A7A9-40DA-A874-C999671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66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5A74D-7BFA-4ED0-9738-1AD661A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ЕСЛИ ПИЛОТ ПОЛУЧИТСЯ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F2900-AC9E-481A-A80B-279A38A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Куда это может вырасти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CE6E-E87B-443C-9606-B4AA366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247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78CC2-BDF9-4627-880B-2AD8B132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42900"/>
            <a:ext cx="76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DFA79-4972-4C70-9FDD-9D79852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AF1FF-76EB-49C7-94D5-23DA192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12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Общий сервер обработки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C26BF-A664-48F1-B657-72FEC006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124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Одна машина с видеокартой обрабатывает созвоны всей команды — карта не нужна каждому. Обмен приложения с ядром уже можно вынести по сети.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80629-29A3-4C9C-A507-A7198256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952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94DB7-5BBC-4DF3-8249-0B113AAB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C20AB-C9A6-4FFC-8829-C2874CF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312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Задачи сразу в трекер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5664-1B02-417A-9670-1FC4E37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3124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Из раздела «Задачи» протокола — в задачи проекта, с исполнителем и сроком. Пока это ручной перенос.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8DC17-7EBD-4EE0-9A02-B4357C3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952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06307-5711-47C1-BB4D-F79D02C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FCB55-60C6-4525-ADE9-5F7BE66C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12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Поисковый архив расшифровок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C6313-BA7E-4AA3-A52F-1F5D7C3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3124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«Когда мы договорились про этот формат?» — ответ находится по тексту созвона, а не по памяти участников.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A77B1-2DEE-467E-A582-925F9244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32C18-64AB-4313-8F2D-39FECEED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124"/>
                </a:solidFill>
                <a:latin typeface="Arial"/>
                <a:ea typeface="Arial"/>
                <a:cs typeface="Arial"/>
              </a:rPr>
              <a:t>Решать это сегодня не нужно — вернусь с этим после пилота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8126D-546F-40B8-91D1-D5AFBE6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267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676D"/>
                </a:solidFill>
                <a:latin typeface="Arial"/>
                <a:ea typeface="Arial"/>
                <a:cs typeface="Arial"/>
              </a:rPr>
              <a:t>Спасибо. Готов ответить на вопросы.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357C3-99D5-4F70-B72E-F406C93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AA0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2455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2026-09-17T19:09:15.8250000Z</dcterms:created>
  <dcterms:modified xsi:type="dcterms:W3CDTF">2026-09-17T19:09:15.8250000Z</dcterms:modified>
</coreProperties>
</file>